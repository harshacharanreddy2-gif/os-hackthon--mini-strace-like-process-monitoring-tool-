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./hackathon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strace-Like Process Monitoring Tool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system-call tracing utility that displays the system calls generated during program execution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Vishunu Vardhan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2520030392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Harsha Charan Reddy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2520030200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Jashwanth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2520030590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"Develop a simplified system-call tracing utility that displays system calls generated during program execution."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talk to the OS only through system calls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profiling and security analysis need that visibility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tools like strace are complex; a mini version makes the concept clear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System Calls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Program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user space and cannot touch hardware directly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gateway: open, read, write, execve, mmap, 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the privileged work and returns a result or error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strace-style tools sit in between and record every call a program makes, with its arguments and return value. This project rebuilds that idea in a minimal, understandable form.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program and capture each system call it makes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syscall numbers into readable names and arguments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calls in real time with return values and errors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call counts and totals at the end of the run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command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program started by the tool, with its own arguments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 PID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monitor an already running process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output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arguments and return value on each 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each syscall and total number of calls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chosen calls such as open or write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file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trace for later analysis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Program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(ptrace)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840480" y="14630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8620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Decoder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77840" y="14630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Formatter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0" y="14630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Log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tracer forks a child, which requests tracing and runs the target program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syscall stop, the tracer reads the CPU registers of the child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maps the syscall number to a name and formats its arguments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formatter prints each line and updates the summary counters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Outcomes Covered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as a Service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Process Control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 and File I/O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and Synchronization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CO-1: The OS as a Service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as a layered service abstraction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 and kernel space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and kernel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as a user-space program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execution journey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 and software stack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programming fundamentals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the user/kernel boundary by capturing every system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launches the tracer, which launches the target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command journey: shell, fork, exec, syscalls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a systems program in C on Linux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CO-2: Processes and Process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abstraction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lifecycle and state transitions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execution, synchronization, termination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process scheduling concepts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process management pitfalls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and exec() create and run the traced process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synchronizes the tracer with each syscall stop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Stopped, running and exited states are visible in the trace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zombies and orphans by reaping the child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CO-3: Inter-Process Communication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pipes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pipes (FIFOs)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and asynchronous notifications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handlers and POSIX signal programming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groups, sessions, and job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output can be piped to grep, less or a log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FIFO can feed a live monitor in another terminal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signals received by the target, such as SIGSEGV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sigaction() handles Ctrl+C and detaches cleanly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kept in its own process group for job control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CO-4: Memory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as an OS abstraction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translation and page tables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faults and demand paging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address space layout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in Linux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and process creation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errors and OS responses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debugging and analysis 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string arguments from the target's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brk, mmap and munmap calls reveal heap and mapping growth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uses copy-on-write for the child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SIGSEGV when the target crashes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Valgrind and /proc/pid/maps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CO-5: File Systems and File I/O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Unix file abstraction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Inodes, directory entries, file naming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File System (VFS)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descriptors and open file management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I/O system calls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and unbuffered I/O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 I/O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 file system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open, read, write, close and stat calls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file descriptor back to its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buffered printf turning into a single write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mmap-based file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/proc/pid/fd to confirm open files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CO-6: Concurrency and Synchronization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topics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and processes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and shared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 using mutexes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variables and thread coordination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semaphores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 and concurrency hazards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synchronization concepts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3611880"/>
          </a:xfrm>
          <a:prstGeom prst="roundRect">
            <a:avLst>
              <a:gd name="adj" fmla="val 2564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459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follows threads using PTRACE_O_TRACECLONE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Futex calls in the trace expose mutex and condition waits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stuck on a futex hints at a deadlock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syscall counters are protected by a mutex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069848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06984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a child process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764792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1764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calls PTRACE_TRACEME, then exec() the target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2459736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245973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waits, then resumes the child with PTRACE_SYSCALL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3154680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1546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registers at syscall entry and exit (number, args, return)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475488" cy="47548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3849624"/>
            <a:ext cx="7589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384962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decoded line and repeat until the child exits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./minitrace ls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execve("/bin/ls", ["ls"], ...) = 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brk(NULL) = 0x55d2a3c1e000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"/etc/ld.so.cache", O_RDONLY) = 3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read(3, "...", 832) = 832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write(1, "file1.txt\n", 10) = 10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exit_group(0) = ?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summary: write 1, read 1, openat 1, execve 1, brk 1, exit_group 1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(with Python as an optional wrapper)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ptrace() system call on Linux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execvp, waitpid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GCC, Make, GDB, Git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 / WSL)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syscall table and man pages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and 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why a program fails by seeing its last calls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suspicious file or network activity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excessive or repeated syscalls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03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programs interact with the OS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register layout across architectures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pointer and string arguments from child memory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multi-threaded and forked children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937760" y="132588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child processes (-f option)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timing statistics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and error-highlighted output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 or web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645920"/>
            <a:ext cx="914400" cy="91440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Vishunu Vardhan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2520030392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Harsha Charan Reddy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2520030200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1645920"/>
            <a:ext cx="914400" cy="91440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Jashwanth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2520030590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exit_group(0) = 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strace-Like Process Monitoring Tool</dc:title>
  <dc:subject>PptxGenJS Presentation</dc:subject>
  <dc:creator>PptxGenJS</dc:creator>
  <cp:lastModifiedBy>PptxGenJS</cp:lastModifiedBy>
  <cp:revision>1</cp:revision>
  <dcterms:created xsi:type="dcterms:W3CDTF">2026-10-17T04:50:58Z</dcterms:created>
  <dcterms:modified xsi:type="dcterms:W3CDTF">2026-10-17T04:50:58Z</dcterms:modified>
</cp:coreProperties>
</file>